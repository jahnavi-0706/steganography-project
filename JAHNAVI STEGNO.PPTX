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2" r:id="rId12"/>
    <p:sldId id="2146847061" r:id="rId13"/>
    <p:sldId id="2146847055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25-02-2025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2/25/2025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HIDING IN IMAGES USING </a:t>
            </a:r>
            <a:b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STEGANOGRAPHY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 NEERUMALLA JAHNAVI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:  NEERUMALLA JAHNAVI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&amp; Department : BHARATH UNIVERSITY- CSE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1</a:t>
            </a:r>
            <a:r>
              <a:rPr lang="en-US" sz="2800" b="1" dirty="0"/>
              <a:t>.Data security and confidentiality  </a:t>
            </a:r>
            <a:r>
              <a:rPr lang="en-US" sz="2800" dirty="0"/>
              <a:t>are</a:t>
            </a:r>
            <a:r>
              <a:rPr lang="en-US" sz="2800" b="1" dirty="0"/>
              <a:t> </a:t>
            </a:r>
            <a:r>
              <a:rPr lang="en-US" sz="2800" dirty="0"/>
              <a:t>critical concerns in digital communication, requiring innovative ways to hide sensitive information.</a:t>
            </a:r>
          </a:p>
          <a:p>
            <a:pPr marL="0" indent="0">
              <a:buNone/>
            </a:pPr>
            <a:r>
              <a:rPr lang="en-US" sz="2800" dirty="0"/>
              <a:t>2.Traditional encryption methods are effective but can be easily detected, making steganography a preferable alternative for covert data transmission.</a:t>
            </a:r>
          </a:p>
          <a:p>
            <a:pPr marL="0" indent="0">
              <a:buNone/>
            </a:pPr>
            <a:r>
              <a:rPr lang="en-US" sz="2800" dirty="0"/>
              <a:t>3.This project focuses on </a:t>
            </a:r>
            <a:r>
              <a:rPr lang="en-US" sz="2800" b="1" dirty="0"/>
              <a:t>hiding a secret message within an image</a:t>
            </a:r>
            <a:r>
              <a:rPr lang="en-US" sz="2800" dirty="0"/>
              <a:t> by modifying pixel values without significantly altering the image’s appearance</a:t>
            </a:r>
          </a:p>
          <a:p>
            <a:pPr marL="0" indent="0">
              <a:buNone/>
            </a:pPr>
            <a:r>
              <a:rPr lang="en-US" sz="2800" dirty="0"/>
              <a:t>4.The message can only be retrieved using a </a:t>
            </a:r>
            <a:r>
              <a:rPr lang="en-US" sz="2800" b="1" dirty="0"/>
              <a:t>correct passcode</a:t>
            </a:r>
            <a:r>
              <a:rPr lang="en-US" sz="2800" dirty="0"/>
              <a:t>, ensuring that unauthorized users cannot access the hidden data.</a:t>
            </a:r>
          </a:p>
          <a:p>
            <a:pPr marL="0" indent="0">
              <a:buNone/>
            </a:pPr>
            <a:r>
              <a:rPr lang="en-US" sz="2800" dirty="0"/>
              <a:t>5.The goal is to demonstrate a </a:t>
            </a:r>
            <a:r>
              <a:rPr lang="en-US" sz="2800" b="1" dirty="0"/>
              <a:t>simple yet effective steganographic approach </a:t>
            </a:r>
            <a:r>
              <a:rPr lang="en-US" sz="2800" dirty="0"/>
              <a:t>for secure communication using Python and OpenCV.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1027276"/>
            <a:ext cx="11029616" cy="53029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515" y="7317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IN" sz="2800" dirty="0"/>
              <a:t>1.</a:t>
            </a:r>
            <a:r>
              <a:rPr lang="en-IN" sz="2800" b="1" dirty="0"/>
              <a:t>OpenCV(cv2) </a:t>
            </a:r>
            <a:r>
              <a:rPr lang="en-IN" sz="2800" dirty="0"/>
              <a:t>- Used for reading, modifying, and writing image files.</a:t>
            </a:r>
          </a:p>
          <a:p>
            <a:pPr marL="0" indent="0">
              <a:buNone/>
            </a:pPr>
            <a:r>
              <a:rPr lang="en-IN" sz="2800" dirty="0"/>
              <a:t>2. </a:t>
            </a:r>
            <a:r>
              <a:rPr lang="en-IN" sz="2800" b="1" dirty="0"/>
              <a:t>Python</a:t>
            </a:r>
            <a:r>
              <a:rPr lang="en-IN" sz="2800" dirty="0"/>
              <a:t> - The core programming language for implementing the logic.</a:t>
            </a:r>
          </a:p>
          <a:p>
            <a:pPr marL="0" indent="0">
              <a:buNone/>
            </a:pPr>
            <a:r>
              <a:rPr lang="en-IN" sz="2800" dirty="0"/>
              <a:t>3. </a:t>
            </a:r>
            <a:r>
              <a:rPr lang="en-IN" sz="2800" b="1" dirty="0"/>
              <a:t>Steganography</a:t>
            </a:r>
            <a:r>
              <a:rPr lang="en-IN" sz="2800" dirty="0"/>
              <a:t> – A technique for hiding secret messages within images by modifying  pixel values.</a:t>
            </a:r>
          </a:p>
          <a:p>
            <a:pPr marL="0" indent="0">
              <a:buNone/>
            </a:pPr>
            <a:r>
              <a:rPr lang="en-IN" sz="2800" dirty="0"/>
              <a:t>4. </a:t>
            </a:r>
            <a:r>
              <a:rPr lang="en-IN" sz="2800" b="1" dirty="0"/>
              <a:t>File Handling &amp; OS Module </a:t>
            </a:r>
            <a:r>
              <a:rPr lang="en-IN" sz="2800" dirty="0"/>
              <a:t>– To save and open encrypted images.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F0F0F"/>
                </a:solidFill>
              </a:rPr>
              <a:t>1.The project allows </a:t>
            </a:r>
            <a:r>
              <a:rPr lang="en-US" sz="2800" b="1" dirty="0">
                <a:solidFill>
                  <a:srgbClr val="0F0F0F"/>
                </a:solidFill>
              </a:rPr>
              <a:t>hiding a secret message within an image</a:t>
            </a:r>
            <a:r>
              <a:rPr lang="en-US" sz="2800" dirty="0">
                <a:solidFill>
                  <a:srgbClr val="0F0F0F"/>
                </a:solidFill>
              </a:rPr>
              <a:t> without making significant changes to its appearance.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F0F0F"/>
                </a:solidFill>
              </a:rPr>
              <a:t>2. </a:t>
            </a:r>
            <a:r>
              <a:rPr lang="en-US" sz="2800" b="1" dirty="0">
                <a:solidFill>
                  <a:srgbClr val="0F0F0F"/>
                </a:solidFill>
              </a:rPr>
              <a:t>Password-based decryption </a:t>
            </a:r>
            <a:r>
              <a:rPr lang="en-US" sz="2800" dirty="0">
                <a:solidFill>
                  <a:srgbClr val="0F0F0F"/>
                </a:solidFill>
              </a:rPr>
              <a:t>ensures security, making it harder for unauthorized users to extract the message.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F0F0F"/>
                </a:solidFill>
              </a:rPr>
              <a:t>3.The </a:t>
            </a:r>
            <a:r>
              <a:rPr lang="en-US" sz="2800" b="1" dirty="0">
                <a:solidFill>
                  <a:srgbClr val="0F0F0F"/>
                </a:solidFill>
              </a:rPr>
              <a:t>image itself acts as a key </a:t>
            </a:r>
            <a:r>
              <a:rPr lang="en-US" sz="2800" dirty="0">
                <a:solidFill>
                  <a:srgbClr val="0F0F0F"/>
                </a:solidFill>
              </a:rPr>
              <a:t>to store and retrieve secret messages , making it an innovative and practical approach for secure communication</a:t>
            </a:r>
            <a:endParaRPr lang="en-IN" sz="28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52224"/>
            <a:ext cx="11029616" cy="530296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9E23-F86A-AFA9-FE9C-7F5A518E8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82520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1. Cybersecurity Enthusiasts </a:t>
            </a:r>
            <a:r>
              <a:rPr lang="en-US" sz="2800" dirty="0"/>
              <a:t>- For learning and implementing secure   communication techniques.</a:t>
            </a:r>
            <a:endParaRPr lang="en-IN" sz="2800" dirty="0"/>
          </a:p>
          <a:p>
            <a:pPr marL="0" indent="0">
              <a:buNone/>
            </a:pPr>
            <a:r>
              <a:rPr lang="en-IN" sz="2800" b="1" dirty="0"/>
              <a:t>2. Journalists &amp; Activists</a:t>
            </a:r>
            <a:r>
              <a:rPr lang="en-IN" sz="2800" dirty="0"/>
              <a:t> – To transmit sensitive information safely.</a:t>
            </a:r>
          </a:p>
          <a:p>
            <a:pPr marL="0" indent="0">
              <a:buNone/>
            </a:pPr>
            <a:r>
              <a:rPr lang="en-IN" sz="2800" b="1" dirty="0"/>
              <a:t>3. Government &amp; Military Personnel </a:t>
            </a:r>
            <a:r>
              <a:rPr lang="en-IN" sz="2800" dirty="0"/>
              <a:t>– For secure messaging and data hiding.</a:t>
            </a:r>
          </a:p>
          <a:p>
            <a:pPr marL="0" indent="0">
              <a:buNone/>
            </a:pPr>
            <a:r>
              <a:rPr lang="en-IN" sz="2800" b="1" dirty="0"/>
              <a:t>4. Students &amp; Researches </a:t>
            </a:r>
            <a:r>
              <a:rPr lang="en-IN" sz="2800" dirty="0"/>
              <a:t>– Interested in exploring digital steganography.</a:t>
            </a:r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200" y="596046"/>
            <a:ext cx="11029616" cy="530296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CD2F869D-D81A-3185-0C4B-651350FCB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256" y="725152"/>
            <a:ext cx="4499982" cy="4673600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CEC7F6C-A201-B776-8448-EE4A7DFE19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675" b="-7804"/>
          <a:stretch/>
        </p:blipFill>
        <p:spPr>
          <a:xfrm>
            <a:off x="523256" y="4961021"/>
            <a:ext cx="4499982" cy="18969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EC00E9-C5EE-D1E6-E696-7AB53A256A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645" b="6697"/>
          <a:stretch/>
        </p:blipFill>
        <p:spPr>
          <a:xfrm>
            <a:off x="5602891" y="1239498"/>
            <a:ext cx="5344271" cy="192026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93EE2ED-A7A9-5C6C-6899-7A9F8A953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2629" y="3272916"/>
            <a:ext cx="5344270" cy="263955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B5E608-29FB-AA1E-8D9B-D10CE663414A}"/>
              </a:ext>
            </a:extLst>
          </p:cNvPr>
          <p:cNvSpPr txBox="1"/>
          <p:nvPr/>
        </p:nvSpPr>
        <p:spPr>
          <a:xfrm>
            <a:off x="6936880" y="6025625"/>
            <a:ext cx="313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ENCRYPTED IMAGE</a:t>
            </a:r>
          </a:p>
          <a:p>
            <a:pPr algn="ctr"/>
            <a:r>
              <a:rPr lang="en-US" b="1" dirty="0"/>
              <a:t>   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97840"/>
            <a:ext cx="11029616" cy="985520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1. Steganography is a </a:t>
            </a:r>
            <a:r>
              <a:rPr lang="en-US" sz="2800" b="1" dirty="0"/>
              <a:t>powerful technique for secure communication, </a:t>
            </a:r>
            <a:r>
              <a:rPr lang="en-US" sz="2800" dirty="0"/>
              <a:t>and this project demonstrates its basic implementation using Python and OpenCV.</a:t>
            </a:r>
          </a:p>
          <a:p>
            <a:pPr marL="0" indent="0">
              <a:buNone/>
            </a:pPr>
            <a:r>
              <a:rPr lang="en-US" sz="2800" dirty="0"/>
              <a:t>2. The </a:t>
            </a:r>
            <a:r>
              <a:rPr lang="en-US" sz="2800" b="1" dirty="0"/>
              <a:t>integration of encryption with images </a:t>
            </a:r>
            <a:r>
              <a:rPr lang="en-US" sz="2800" dirty="0"/>
              <a:t>makes it a unique and effective way to store and share secret messages.</a:t>
            </a:r>
          </a:p>
          <a:p>
            <a:pPr marL="0" indent="0">
              <a:buNone/>
            </a:pPr>
            <a:r>
              <a:rPr lang="en-US" sz="2800" dirty="0"/>
              <a:t>3. Although basic, this project lays the groundwork for </a:t>
            </a:r>
            <a:r>
              <a:rPr lang="en-US" sz="2800" b="1" dirty="0"/>
              <a:t>advanced image steganography techniques.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GitHub Link: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https://github.com/JAHNAVI-0706/STEGANOGRAPHY-PROJECT.git</a:t>
            </a:r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1</a:t>
            </a:r>
            <a:r>
              <a:rPr lang="en-US" sz="2800" b="1" dirty="0"/>
              <a:t>. Increase Security </a:t>
            </a:r>
            <a:r>
              <a:rPr lang="en-US" sz="2800" dirty="0"/>
              <a:t>– Implements </a:t>
            </a:r>
            <a:r>
              <a:rPr lang="en-US" sz="2800" b="1" dirty="0"/>
              <a:t>AES or RSA encryption </a:t>
            </a:r>
            <a:r>
              <a:rPr lang="en-US" sz="2800" dirty="0"/>
              <a:t>before embedding message for added protection.</a:t>
            </a:r>
          </a:p>
          <a:p>
            <a:pPr marL="0" indent="0">
              <a:buNone/>
            </a:pPr>
            <a:r>
              <a:rPr lang="en-US" sz="2800" dirty="0"/>
              <a:t>2</a:t>
            </a:r>
            <a:r>
              <a:rPr lang="en-US" sz="2800" b="1" dirty="0"/>
              <a:t>. Enhance Capacity </a:t>
            </a:r>
            <a:r>
              <a:rPr lang="en-US" sz="2800" dirty="0"/>
              <a:t>– Improve the algorithm to store </a:t>
            </a:r>
            <a:r>
              <a:rPr lang="en-US" sz="2800" b="1" dirty="0"/>
              <a:t>longer messages </a:t>
            </a:r>
            <a:r>
              <a:rPr lang="en-US" sz="2800" dirty="0"/>
              <a:t>without noticeable image distortions.</a:t>
            </a:r>
          </a:p>
          <a:p>
            <a:pPr marL="0" indent="0">
              <a:buNone/>
            </a:pPr>
            <a:r>
              <a:rPr lang="en-US" sz="2800" dirty="0"/>
              <a:t>3. </a:t>
            </a:r>
            <a:r>
              <a:rPr lang="en-US" sz="2800" b="1" dirty="0"/>
              <a:t>GUI Development </a:t>
            </a:r>
            <a:r>
              <a:rPr lang="en-US" sz="2800" dirty="0"/>
              <a:t>– Create a </a:t>
            </a:r>
            <a:r>
              <a:rPr lang="en-US" sz="2800" b="1" dirty="0"/>
              <a:t>user-friendly interface </a:t>
            </a:r>
            <a:r>
              <a:rPr lang="en-US" sz="2800" dirty="0"/>
              <a:t>for non –technical users.</a:t>
            </a:r>
          </a:p>
          <a:p>
            <a:pPr marL="0" indent="0">
              <a:buNone/>
            </a:pPr>
            <a:r>
              <a:rPr lang="en-US" sz="2800" dirty="0"/>
              <a:t>4. </a:t>
            </a:r>
            <a:r>
              <a:rPr lang="en-US" sz="2800" b="1" dirty="0"/>
              <a:t>Support for Different Images Formats</a:t>
            </a:r>
            <a:r>
              <a:rPr lang="en-US" sz="2800" dirty="0"/>
              <a:t> – Extend compatibility to PNG,BMP and GIF files.</a:t>
            </a:r>
          </a:p>
          <a:p>
            <a:pPr marL="0" indent="0">
              <a:buNone/>
            </a:pPr>
            <a:r>
              <a:rPr lang="en-US" sz="2800" dirty="0"/>
              <a:t>5. </a:t>
            </a:r>
            <a:r>
              <a:rPr lang="en-US" sz="2800" b="1" dirty="0"/>
              <a:t>Noise Reduction Techniques-</a:t>
            </a:r>
            <a:r>
              <a:rPr lang="en-US" sz="2800" dirty="0"/>
              <a:t> Use </a:t>
            </a:r>
            <a:r>
              <a:rPr lang="en-US" sz="2800" b="1" dirty="0"/>
              <a:t>LSB(Least Significant Bit) modification </a:t>
            </a:r>
            <a:r>
              <a:rPr lang="en-US" sz="2800" dirty="0"/>
              <a:t>to make the changes even less detectable.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 </a:t>
            </a:r>
            <a:r>
              <a:rPr lang="en-US" sz="4400" b="1" dirty="0" err="1">
                <a:solidFill>
                  <a:schemeClr val="accent1"/>
                </a:solidFill>
                <a:latin typeface="Arial"/>
                <a:cs typeface="Arial"/>
              </a:rPr>
              <a:t>scopE</a:t>
            </a:r>
            <a:endParaRPr lang="en-US" sz="4400" b="1" dirty="0">
              <a:solidFill>
                <a:schemeClr val="accent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adb41d3-f9cb-40fb-903c-8cacaba95bb5"/>
    <ds:schemaRef ds:uri="http://purl.org/dc/terms/"/>
    <ds:schemaRef ds:uri="b30265f8-c5e2-4918-b4a1-b977299ca3e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188</TotalTime>
  <Words>513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SECURE DATA HIDING IN IMAGES USING  STEGANOGRAPHY</vt:lpstr>
      <vt:lpstr>OUTLINE</vt:lpstr>
      <vt:lpstr>Problem Statement</vt:lpstr>
      <vt:lpstr>Technology  used</vt:lpstr>
      <vt:lpstr>Wow factors</vt:lpstr>
      <vt:lpstr>End users</vt:lpstr>
      <vt:lpstr>Results</vt:lpstr>
      <vt:lpstr>Conclusion</vt:lpstr>
      <vt:lpstr>GitHub Link: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jahnavi neerumalla</cp:lastModifiedBy>
  <cp:revision>28</cp:revision>
  <dcterms:created xsi:type="dcterms:W3CDTF">2021-05-26T16:50:10Z</dcterms:created>
  <dcterms:modified xsi:type="dcterms:W3CDTF">2025-02-25T13:16:43Z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